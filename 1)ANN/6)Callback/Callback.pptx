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7C89F-CCE4-4797-9B22-5EF6792FCF7F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357E0-5977-4372-B359-9DE79B904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534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7C89F-CCE4-4797-9B22-5EF6792FCF7F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357E0-5977-4372-B359-9DE79B904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4289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7C89F-CCE4-4797-9B22-5EF6792FCF7F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357E0-5977-4372-B359-9DE79B904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016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7C89F-CCE4-4797-9B22-5EF6792FCF7F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357E0-5977-4372-B359-9DE79B904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454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7C89F-CCE4-4797-9B22-5EF6792FCF7F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357E0-5977-4372-B359-9DE79B904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5215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7C89F-CCE4-4797-9B22-5EF6792FCF7F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357E0-5977-4372-B359-9DE79B904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39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7C89F-CCE4-4797-9B22-5EF6792FCF7F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357E0-5977-4372-B359-9DE79B904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16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7C89F-CCE4-4797-9B22-5EF6792FCF7F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357E0-5977-4372-B359-9DE79B904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975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7C89F-CCE4-4797-9B22-5EF6792FCF7F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357E0-5977-4372-B359-9DE79B904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672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7C89F-CCE4-4797-9B22-5EF6792FCF7F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357E0-5977-4372-B359-9DE79B904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438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7C89F-CCE4-4797-9B22-5EF6792FCF7F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7357E0-5977-4372-B359-9DE79B904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499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67C89F-CCE4-4797-9B22-5EF6792FCF7F}" type="datetimeFigureOut">
              <a:rPr lang="en-US" smtClean="0"/>
              <a:t>10/6/2022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357E0-5977-4372-B359-9DE79B904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479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Callback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It is a function  which controls a training data.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b="1" dirty="0" smtClean="0"/>
              <a:t>Types</a:t>
            </a:r>
            <a:r>
              <a:rPr lang="en-US" dirty="0" smtClean="0"/>
              <a:t>: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Model checkpoint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CSVLogger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Learning rate scheduler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err="1" smtClean="0"/>
              <a:t>Tensorboard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Early stopping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31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891" y="304800"/>
            <a:ext cx="10771909" cy="6303818"/>
          </a:xfrm>
        </p:spPr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b="1" dirty="0" smtClean="0"/>
              <a:t>Model checkpoint :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dirty="0" smtClean="0"/>
              <a:t>In many epoch models it takes best performance model.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 smtClean="0"/>
              <a:t>2. </a:t>
            </a:r>
            <a:r>
              <a:rPr lang="en-US" b="1" dirty="0" err="1" smtClean="0"/>
              <a:t>CSVLogger</a:t>
            </a:r>
            <a:r>
              <a:rPr lang="en-US" b="1" dirty="0" smtClean="0"/>
              <a:t> :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dirty="0" smtClean="0"/>
              <a:t>It gives training loss, accuracy and validation loss ,accuracy 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3. Learning rate scheduler: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dirty="0" smtClean="0"/>
              <a:t>Changing the learning rate based on epochs.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4.Tesorboard callback:</a:t>
            </a:r>
          </a:p>
          <a:p>
            <a:pPr marL="0" indent="0">
              <a:buNone/>
            </a:pPr>
            <a:r>
              <a:rPr lang="en-US" b="1" dirty="0" smtClean="0"/>
              <a:t>	</a:t>
            </a:r>
            <a:r>
              <a:rPr lang="en-US" dirty="0" smtClean="0"/>
              <a:t>It is visualization of all training history (log </a:t>
            </a:r>
            <a:r>
              <a:rPr lang="en-US" dirty="0" err="1" smtClean="0"/>
              <a:t>activity,epochs</a:t>
            </a:r>
            <a:r>
              <a:rPr lang="en-US" dirty="0" smtClean="0"/>
              <a:t>, validation accuracy and training accuracy)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5.Early stopping:</a:t>
            </a:r>
          </a:p>
          <a:p>
            <a:pPr marL="0" indent="0">
              <a:buNone/>
            </a:pPr>
            <a:r>
              <a:rPr lang="en-US" b="1" dirty="0"/>
              <a:t>	</a:t>
            </a:r>
            <a:r>
              <a:rPr lang="en-US" dirty="0" smtClean="0"/>
              <a:t>if the network not perform (or) not learning (or) the accuracy is not improving then stop the training so it is called </a:t>
            </a:r>
            <a:r>
              <a:rPr lang="en-US" b="1" dirty="0" smtClean="0"/>
              <a:t>“early stopping”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814842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123</Words>
  <Application>Microsoft Office PowerPoint</Application>
  <PresentationFormat>Widescreen</PresentationFormat>
  <Paragraphs>23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Callback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Callback</dc:title>
  <dc:creator>Ajith</dc:creator>
  <cp:lastModifiedBy>Ajith</cp:lastModifiedBy>
  <cp:revision>5</cp:revision>
  <dcterms:created xsi:type="dcterms:W3CDTF">2022-10-06T16:00:43Z</dcterms:created>
  <dcterms:modified xsi:type="dcterms:W3CDTF">2022-10-06T16:18:57Z</dcterms:modified>
</cp:coreProperties>
</file>