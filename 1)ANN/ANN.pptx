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9C5DC-01A6-4907-849F-FC773F6E13AD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2D3FC-189D-4680-BAEC-7E6F2172F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42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9C5DC-01A6-4907-849F-FC773F6E13AD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2D3FC-189D-4680-BAEC-7E6F2172F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422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9C5DC-01A6-4907-849F-FC773F6E13AD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2D3FC-189D-4680-BAEC-7E6F2172F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182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9C5DC-01A6-4907-849F-FC773F6E13AD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2D3FC-189D-4680-BAEC-7E6F2172F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59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9C5DC-01A6-4907-849F-FC773F6E13AD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2D3FC-189D-4680-BAEC-7E6F2172F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85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9C5DC-01A6-4907-849F-FC773F6E13AD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2D3FC-189D-4680-BAEC-7E6F2172F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158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9C5DC-01A6-4907-849F-FC773F6E13AD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2D3FC-189D-4680-BAEC-7E6F2172F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708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9C5DC-01A6-4907-849F-FC773F6E13AD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2D3FC-189D-4680-BAEC-7E6F2172F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25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9C5DC-01A6-4907-849F-FC773F6E13AD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2D3FC-189D-4680-BAEC-7E6F2172F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565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9C5DC-01A6-4907-849F-FC773F6E13AD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2D3FC-189D-4680-BAEC-7E6F2172F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871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9C5DC-01A6-4907-849F-FC773F6E13AD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2D3FC-189D-4680-BAEC-7E6F2172F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812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C9C5DC-01A6-4907-849F-FC773F6E13AD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2D3FC-189D-4680-BAEC-7E6F2172F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984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ANN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Multiple layers of perceptron are connected together that is called Multi layer perceptron(MLP) or Dense layer or ANN(Artificial Neural </a:t>
            </a:r>
            <a:r>
              <a:rPr lang="en-US" dirty="0" err="1" smtClean="0"/>
              <a:t>Natwork</a:t>
            </a:r>
            <a:r>
              <a:rPr lang="en-US" dirty="0" smtClean="0"/>
              <a:t>).</a:t>
            </a:r>
          </a:p>
          <a:p>
            <a:r>
              <a:rPr lang="en-US" dirty="0" smtClean="0"/>
              <a:t>If </a:t>
            </a:r>
            <a:r>
              <a:rPr lang="en-US" dirty="0" err="1" smtClean="0"/>
              <a:t>no.of</a:t>
            </a:r>
            <a:r>
              <a:rPr lang="en-US" dirty="0" smtClean="0"/>
              <a:t> hidden layers will increase then it learns deeply . It is called Deep Learning.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Architecture of ANN: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dirty="0" smtClean="0"/>
              <a:t>Sequential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dirty="0" smtClean="0"/>
              <a:t>Functional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973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0730"/>
          </a:xfrm>
        </p:spPr>
        <p:txBody>
          <a:bodyPr>
            <a:noAutofit/>
          </a:bodyPr>
          <a:lstStyle/>
          <a:p>
            <a:r>
              <a:rPr lang="en-US" sz="3500" b="1" dirty="0" smtClean="0"/>
              <a:t>List of hyper parameters in Neural Network</a:t>
            </a:r>
            <a:endParaRPr lang="en-US" sz="35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7527"/>
            <a:ext cx="10515600" cy="5179436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No of hidden layers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No.of</a:t>
            </a:r>
            <a:r>
              <a:rPr lang="en-US" dirty="0" smtClean="0"/>
              <a:t> neurons in hidden layers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Activation function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Selecting loss function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Optimizers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Learning rate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Weight initialization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Bias </a:t>
            </a:r>
            <a:r>
              <a:rPr lang="en-US" dirty="0" smtClean="0"/>
              <a:t>initialization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No.of</a:t>
            </a:r>
            <a:r>
              <a:rPr lang="en-US" dirty="0" smtClean="0"/>
              <a:t> epochs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Batch size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Metrics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Dropout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574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To avoid overfitting in ANN: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L1</a:t>
            </a:r>
          </a:p>
          <a:p>
            <a:r>
              <a:rPr lang="en-US" dirty="0" smtClean="0"/>
              <a:t>L2</a:t>
            </a:r>
          </a:p>
          <a:p>
            <a:r>
              <a:rPr lang="en-US" dirty="0" smtClean="0"/>
              <a:t>Dropout</a:t>
            </a:r>
          </a:p>
          <a:p>
            <a:r>
              <a:rPr lang="en-US" dirty="0" smtClean="0"/>
              <a:t>Data </a:t>
            </a:r>
            <a:r>
              <a:rPr lang="en-US" dirty="0" err="1" smtClean="0"/>
              <a:t>augumentation</a:t>
            </a:r>
            <a:endParaRPr lang="en-US" dirty="0" smtClean="0"/>
          </a:p>
          <a:p>
            <a:r>
              <a:rPr lang="en-US" dirty="0" smtClean="0"/>
              <a:t>Batch normalization</a:t>
            </a:r>
          </a:p>
          <a:p>
            <a:r>
              <a:rPr lang="en-US" smtClean="0"/>
              <a:t>Early stopping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968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97</Words>
  <Application>Microsoft Office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ANN</vt:lpstr>
      <vt:lpstr>List of hyper parameters in Neural Network</vt:lpstr>
      <vt:lpstr>To avoid overfitting in ANN: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</dc:title>
  <dc:creator>Ajith</dc:creator>
  <cp:lastModifiedBy>Ajith</cp:lastModifiedBy>
  <cp:revision>7</cp:revision>
  <dcterms:created xsi:type="dcterms:W3CDTF">2022-10-06T16:54:49Z</dcterms:created>
  <dcterms:modified xsi:type="dcterms:W3CDTF">2022-10-06T17:04:24Z</dcterms:modified>
</cp:coreProperties>
</file>