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6" r:id="rId11"/>
    <p:sldId id="267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AFFC-115E-4714-A6B0-BDEE95342ACC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F63C-25E2-492D-B673-BD3F7BAE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6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AFFC-115E-4714-A6B0-BDEE95342ACC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F63C-25E2-492D-B673-BD3F7BAE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0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AFFC-115E-4714-A6B0-BDEE95342ACC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F63C-25E2-492D-B673-BD3F7BAE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70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AFFC-115E-4714-A6B0-BDEE95342ACC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F63C-25E2-492D-B673-BD3F7BAE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97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AFFC-115E-4714-A6B0-BDEE95342ACC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F63C-25E2-492D-B673-BD3F7BAE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97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AFFC-115E-4714-A6B0-BDEE95342ACC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F63C-25E2-492D-B673-BD3F7BAE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03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AFFC-115E-4714-A6B0-BDEE95342ACC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F63C-25E2-492D-B673-BD3F7BAE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1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AFFC-115E-4714-A6B0-BDEE95342ACC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F63C-25E2-492D-B673-BD3F7BAE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80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AFFC-115E-4714-A6B0-BDEE95342ACC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F63C-25E2-492D-B673-BD3F7BAE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04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AFFC-115E-4714-A6B0-BDEE95342ACC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F63C-25E2-492D-B673-BD3F7BAE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61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AFFC-115E-4714-A6B0-BDEE95342ACC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F63C-25E2-492D-B673-BD3F7BAE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8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4AFFC-115E-4714-A6B0-BDEE95342ACC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8F63C-25E2-492D-B673-BD3F7BAEA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5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85455"/>
            <a:ext cx="9144000" cy="39346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b="1" dirty="0" err="1" smtClean="0"/>
              <a:t>CNN</a:t>
            </a:r>
            <a:r>
              <a:rPr lang="en-US" dirty="0" smtClean="0"/>
              <a:t> = Feature extraction 	+ Classification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40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1708"/>
            <a:ext cx="10515600" cy="5001491"/>
          </a:xfrm>
        </p:spPr>
        <p:txBody>
          <a:bodyPr>
            <a:normAutofit/>
          </a:bodyPr>
          <a:lstStyle/>
          <a:p>
            <a:r>
              <a:rPr lang="en-US" dirty="0"/>
              <a:t>Though convolutional neural networks were introduced to solve problems related to image data, they perform impressively on sequential inputs as well.</a:t>
            </a:r>
          </a:p>
          <a:p>
            <a:r>
              <a:rPr lang="en-US" dirty="0"/>
              <a:t>It is mainly used for image </a:t>
            </a:r>
            <a:r>
              <a:rPr lang="en-US" dirty="0" smtClean="0"/>
              <a:t>classification</a:t>
            </a:r>
            <a:endParaRPr lang="en-US" b="1" dirty="0" smtClean="0"/>
          </a:p>
          <a:p>
            <a:r>
              <a:rPr lang="en-US" b="1" dirty="0" smtClean="0"/>
              <a:t>The </a:t>
            </a:r>
            <a:r>
              <a:rPr lang="en-US" b="1" dirty="0" smtClean="0"/>
              <a:t>building blocks of CNNs are filters a.k.a. kernels.</a:t>
            </a:r>
            <a:r>
              <a:rPr lang="en-US" dirty="0" smtClean="0"/>
              <a:t> Kernels are used to extract the relevant features from the input using the convolution operation.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Formula</a:t>
            </a:r>
          </a:p>
          <a:p>
            <a:pPr marL="0" indent="0">
              <a:buNone/>
            </a:pPr>
            <a:r>
              <a:rPr lang="en-US" dirty="0" smtClean="0"/>
              <a:t>o/p = n – f +2p / s  + 1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005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Layers of CNN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3273"/>
            <a:ext cx="10515600" cy="4583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1)Convolution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2)Pooling</a:t>
            </a:r>
          </a:p>
          <a:p>
            <a:pPr marL="0" indent="0">
              <a:buNone/>
            </a:pPr>
            <a:r>
              <a:rPr lang="en-US" dirty="0" smtClean="0"/>
              <a:t>3)Fully connected layer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1026" name="Picture 2" descr="Basic CNN Architecture: Explaining 5 Layers of Convolutional Neural Network  | upGrad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467" y="3190441"/>
            <a:ext cx="6411480" cy="31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4647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b="1" dirty="0" smtClean="0"/>
              <a:t>1)convolution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1"/>
            <a:ext cx="10515600" cy="468067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It takes 2D input</a:t>
            </a:r>
            <a:endParaRPr lang="en-US" dirty="0"/>
          </a:p>
          <a:p>
            <a:r>
              <a:rPr lang="en-US" dirty="0" smtClean="0"/>
              <a:t>Extracting features from </a:t>
            </a:r>
            <a:r>
              <a:rPr lang="en-US" dirty="0" smtClean="0"/>
              <a:t>images.</a:t>
            </a:r>
          </a:p>
          <a:p>
            <a:r>
              <a:rPr lang="en-US" dirty="0"/>
              <a:t>The output from convolution is called feature </a:t>
            </a:r>
            <a:r>
              <a:rPr lang="en-US" dirty="0" smtClean="0"/>
              <a:t>map</a:t>
            </a: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Components of  convolution :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err="1" smtClean="0"/>
              <a:t>i</a:t>
            </a:r>
            <a:r>
              <a:rPr lang="en-US" dirty="0" smtClean="0"/>
              <a:t>)Filter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ii)Stride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iii)Padding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In convolution,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b="1" dirty="0" err="1" smtClean="0"/>
              <a:t>i</a:t>
            </a:r>
            <a:r>
              <a:rPr lang="en-US" b="1" dirty="0" smtClean="0"/>
              <a:t>/p image  * number of filter  = o/p (feature map)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94994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find parameters in convolutional layer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Formula  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(shape of width of filter * shape of height of filter *  number of filter in previous state +1) * number of </a:t>
            </a:r>
            <a:r>
              <a:rPr lang="en-US" dirty="0"/>
              <a:t>filter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26042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i</a:t>
            </a:r>
            <a:r>
              <a:rPr lang="en-US" b="1" dirty="0" smtClean="0"/>
              <a:t>)Filter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073"/>
            <a:ext cx="10515600" cy="5347854"/>
          </a:xfrm>
        </p:spPr>
        <p:txBody>
          <a:bodyPr/>
          <a:lstStyle/>
          <a:p>
            <a:r>
              <a:rPr lang="en-US" dirty="0" smtClean="0"/>
              <a:t>Filter used </a:t>
            </a:r>
            <a:r>
              <a:rPr lang="en-US" dirty="0"/>
              <a:t>to extract the features from the </a:t>
            </a:r>
            <a:r>
              <a:rPr lang="en-US" dirty="0" smtClean="0"/>
              <a:t>images.</a:t>
            </a:r>
          </a:p>
          <a:p>
            <a:r>
              <a:rPr lang="en-US" dirty="0" smtClean="0"/>
              <a:t>Researchers decides kernel values.</a:t>
            </a:r>
          </a:p>
          <a:p>
            <a:r>
              <a:rPr lang="en-US" dirty="0" smtClean="0"/>
              <a:t>It is called as mask / kernel /Feature detection / Feature extractor.</a:t>
            </a:r>
          </a:p>
          <a:p>
            <a:r>
              <a:rPr lang="en-US" dirty="0" smtClean="0"/>
              <a:t>Filter moved on entire image.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We need to choose ,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</a:t>
            </a:r>
            <a:r>
              <a:rPr lang="en-US" dirty="0" smtClean="0"/>
              <a:t>) Size of filter</a:t>
            </a:r>
          </a:p>
          <a:p>
            <a:pPr marL="0" indent="0">
              <a:buNone/>
            </a:pPr>
            <a:r>
              <a:rPr lang="en-US" dirty="0" smtClean="0"/>
              <a:t>	ii) Number of filter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python - How to include a custom filter in a Keras based CNN? - Stack  Over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065" y="3254748"/>
            <a:ext cx="5656408" cy="322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129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802"/>
          </a:xfrm>
        </p:spPr>
        <p:txBody>
          <a:bodyPr/>
          <a:lstStyle/>
          <a:p>
            <a:r>
              <a:rPr lang="en-US" b="1" dirty="0" smtClean="0"/>
              <a:t>ii)Stride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7745"/>
            <a:ext cx="10515600" cy="4819218"/>
          </a:xfrm>
        </p:spPr>
        <p:txBody>
          <a:bodyPr/>
          <a:lstStyle/>
          <a:p>
            <a:r>
              <a:rPr lang="en-US" dirty="0"/>
              <a:t>Stride is </a:t>
            </a:r>
            <a:r>
              <a:rPr lang="en-US" b="1" dirty="0"/>
              <a:t>the number of </a:t>
            </a:r>
            <a:r>
              <a:rPr lang="en-US" b="1" dirty="0" smtClean="0"/>
              <a:t>pixels </a:t>
            </a:r>
            <a:r>
              <a:rPr lang="en-US" b="1" dirty="0"/>
              <a:t>shifts over the input matrix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So moving your kernel one position is called stride.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We need to choose ,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</a:t>
            </a:r>
            <a:r>
              <a:rPr lang="en-US" dirty="0" smtClean="0"/>
              <a:t>)Stride 1 (default)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ii)Stride 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261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7093"/>
          </a:xfrm>
        </p:spPr>
        <p:txBody>
          <a:bodyPr/>
          <a:lstStyle/>
          <a:p>
            <a:r>
              <a:rPr lang="en-US" b="1" dirty="0" smtClean="0"/>
              <a:t>iii)Padding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2327"/>
            <a:ext cx="10515600" cy="4874636"/>
          </a:xfrm>
        </p:spPr>
        <p:txBody>
          <a:bodyPr/>
          <a:lstStyle/>
          <a:p>
            <a:r>
              <a:rPr lang="en-US" dirty="0" smtClean="0"/>
              <a:t>Adding a extra layer that contain zeros.</a:t>
            </a:r>
          </a:p>
          <a:p>
            <a:r>
              <a:rPr lang="en-US" dirty="0" smtClean="0"/>
              <a:t>If you add padding to original image then you get same size of output image.</a:t>
            </a:r>
          </a:p>
          <a:p>
            <a:r>
              <a:rPr lang="en-US" dirty="0" smtClean="0"/>
              <a:t>Types -&gt; </a:t>
            </a:r>
            <a:r>
              <a:rPr lang="en-US" dirty="0" err="1" smtClean="0"/>
              <a:t>i</a:t>
            </a:r>
            <a:r>
              <a:rPr lang="en-US" dirty="0" smtClean="0"/>
              <a:t>)Valid padding (default) , ii)Same padding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AutoShape 4" descr="7.3. Padding and Stride — Dive into Deep Learning 1.0.0-alpha1.post0  documentatio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8" name="Picture 6" descr="Convolutional Neural Networks — A Beginner's Guide | by Krut Patel |  Towards Data Sci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460" y="3458278"/>
            <a:ext cx="8545080" cy="3399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840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2)Pooling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Reducing dimension of images</a:t>
            </a:r>
          </a:p>
          <a:p>
            <a:r>
              <a:rPr lang="en-US" dirty="0" smtClean="0"/>
              <a:t>It get input from convolution layer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Types of Pooling Layers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err="1" smtClean="0"/>
              <a:t>i</a:t>
            </a:r>
            <a:r>
              <a:rPr lang="en-US" dirty="0" smtClean="0"/>
              <a:t>)Maximum pooling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smtClean="0"/>
              <a:t>ii)Minimum pooling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iii)Average pooling</a:t>
            </a: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52817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i</a:t>
            </a:r>
            <a:r>
              <a:rPr lang="en-US" b="1" dirty="0" smtClean="0"/>
              <a:t>)Maximum pooling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1"/>
            <a:ext cx="10515600" cy="4680672"/>
          </a:xfrm>
        </p:spPr>
        <p:txBody>
          <a:bodyPr/>
          <a:lstStyle/>
          <a:p>
            <a:r>
              <a:rPr lang="en-US" dirty="0"/>
              <a:t>Max pooling is a pooling operation that selects the maximum element from the region of the feature map covered by the filter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 descr="https://media.geeksforgeeks.org/wp-content/uploads/20190721025744/Screenshot-2019-07-21-at-2.57.13-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994" y="2821854"/>
            <a:ext cx="8267989" cy="2950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850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ii)Minimum pooling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Min pooling </a:t>
            </a:r>
            <a:r>
              <a:rPr lang="en-US" dirty="0"/>
              <a:t>is a pooling operation that selects the </a:t>
            </a:r>
            <a:r>
              <a:rPr lang="en-US" dirty="0" smtClean="0"/>
              <a:t>minimum </a:t>
            </a:r>
            <a:r>
              <a:rPr lang="en-US" dirty="0"/>
              <a:t>element from the region of the feature map covered by the filter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6146" name="Picture 2" descr="Everything about Pooling layers and different types of Pool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169" y="3147456"/>
            <a:ext cx="5535396" cy="302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4875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smtClean="0"/>
              <a:t>iii) </a:t>
            </a:r>
            <a:r>
              <a:rPr lang="en-US" b="1" dirty="0"/>
              <a:t>Average </a:t>
            </a:r>
            <a:r>
              <a:rPr lang="en-US" b="1" dirty="0" smtClean="0"/>
              <a:t>Pooling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Average pooling computes the average of the elements present in the region of feature map covered by the filter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 descr="https://media.geeksforgeeks.org/wp-content/uploads/20190721030705/Screenshot-2019-07-21-at-3.05.56-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229" y="3016251"/>
            <a:ext cx="8493886" cy="2746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340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3)Fully connected layer (ANN)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a multi layer perceptron . We know it contains weight &amp; bias and input layers , hidden layers .</a:t>
            </a:r>
          </a:p>
          <a:p>
            <a:r>
              <a:rPr lang="en-US" dirty="0" smtClean="0"/>
              <a:t>It is used for classification in CNN architecture.</a:t>
            </a:r>
          </a:p>
          <a:p>
            <a:r>
              <a:rPr lang="en-US" dirty="0" smtClean="0"/>
              <a:t>It gets a input from pooling layer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309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438</Words>
  <Application>Microsoft Office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  CNN = Feature extraction  + Classification  </vt:lpstr>
      <vt:lpstr>CNN</vt:lpstr>
      <vt:lpstr>Layers of CNN</vt:lpstr>
      <vt:lpstr>1)convolution</vt:lpstr>
      <vt:lpstr>To find parameters in convolutional layer ?</vt:lpstr>
      <vt:lpstr>i)Filter</vt:lpstr>
      <vt:lpstr>ii)Stride</vt:lpstr>
      <vt:lpstr>iii)Padding</vt:lpstr>
      <vt:lpstr>2)Pooling</vt:lpstr>
      <vt:lpstr>i)Maximum pooling</vt:lpstr>
      <vt:lpstr>ii)Minimum pooling</vt:lpstr>
      <vt:lpstr>iii) Average Pooling</vt:lpstr>
      <vt:lpstr>3)Fully connected layer (ANN)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</dc:title>
  <dc:creator>Ajith</dc:creator>
  <cp:lastModifiedBy>Ajith</cp:lastModifiedBy>
  <cp:revision>67</cp:revision>
  <dcterms:created xsi:type="dcterms:W3CDTF">2022-09-26T16:33:44Z</dcterms:created>
  <dcterms:modified xsi:type="dcterms:W3CDTF">2022-09-26T18:13:25Z</dcterms:modified>
</cp:coreProperties>
</file>