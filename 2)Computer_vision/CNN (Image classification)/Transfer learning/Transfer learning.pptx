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2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3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2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2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69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02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7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5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5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5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1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25749-6A69-41A0-B699-C62942589C33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3B21E-2362-4073-B789-9D54452738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3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Transfer </a:t>
            </a:r>
            <a:r>
              <a:rPr lang="en-US" dirty="0" smtClean="0"/>
              <a:t>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1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Transfer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transfer knowledge of previous architecture (values of weights &amp; bias)to new architecture.</a:t>
            </a:r>
          </a:p>
          <a:p>
            <a:r>
              <a:rPr lang="en-US" dirty="0" smtClean="0"/>
              <a:t>It is necessary that our problem statement is related to previous problem.</a:t>
            </a:r>
            <a:endParaRPr lang="en-US" dirty="0"/>
          </a:p>
          <a:p>
            <a:r>
              <a:rPr lang="en-US" dirty="0" smtClean="0"/>
              <a:t>Knowledge of one task is used to solve problem of related other task.</a:t>
            </a:r>
          </a:p>
          <a:p>
            <a:endParaRPr lang="en-US" dirty="0"/>
          </a:p>
          <a:p>
            <a:r>
              <a:rPr lang="en-US" dirty="0" smtClean="0"/>
              <a:t>Transfer -&gt; Transfer knowledge</a:t>
            </a:r>
          </a:p>
          <a:p>
            <a:r>
              <a:rPr lang="en-US" dirty="0" smtClean="0"/>
              <a:t>Knowledge -&gt; Model architecture and model weights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>
            <a:normAutofit/>
          </a:bodyPr>
          <a:lstStyle/>
          <a:p>
            <a:r>
              <a:rPr lang="en-US" dirty="0" smtClean="0"/>
              <a:t>If your data more complex then you need to create n- number of layers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Initial layer -&gt;it learns only general feature(every architecture learns initial layer)</a:t>
            </a:r>
            <a:endParaRPr lang="en-US" dirty="0"/>
          </a:p>
          <a:p>
            <a:r>
              <a:rPr lang="en-US" dirty="0" smtClean="0"/>
              <a:t>Later layer -&gt;it learns only specific </a:t>
            </a:r>
            <a:r>
              <a:rPr lang="en-US" dirty="0" smtClean="0"/>
              <a:t>feature</a:t>
            </a:r>
            <a:endParaRPr lang="en-US" dirty="0"/>
          </a:p>
          <a:p>
            <a:r>
              <a:rPr lang="en-US" dirty="0" smtClean="0"/>
              <a:t>If there is no change in feature extracting layer then it is called “freeze</a:t>
            </a:r>
            <a:r>
              <a:rPr lang="en-US" dirty="0" smtClean="0"/>
              <a:t>”</a:t>
            </a:r>
            <a:endParaRPr lang="en-US" dirty="0"/>
          </a:p>
          <a:p>
            <a:r>
              <a:rPr lang="en-US" dirty="0" smtClean="0"/>
              <a:t>We can able to change feature extracting layers (weight &amp; bias ) then it is called “fine tuning</a:t>
            </a:r>
            <a:r>
              <a:rPr lang="en-US" dirty="0" smtClean="0"/>
              <a:t>”.</a:t>
            </a:r>
          </a:p>
          <a:p>
            <a:r>
              <a:rPr lang="en-US" dirty="0" smtClean="0"/>
              <a:t>Our job is to create architecture with less number of parameter (weight </a:t>
            </a:r>
            <a:r>
              <a:rPr lang="en-US" smtClean="0"/>
              <a:t>&amp; bias) </a:t>
            </a:r>
            <a:r>
              <a:rPr lang="en-US" dirty="0" smtClean="0"/>
              <a:t>to give </a:t>
            </a:r>
            <a:r>
              <a:rPr lang="en-US" smtClean="0"/>
              <a:t>optimal result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8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99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8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4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150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Transfer learning</vt:lpstr>
      <vt:lpstr>Transfer learning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Tranfer learning</dc:title>
  <dc:creator>Ajith</dc:creator>
  <cp:lastModifiedBy>Ajith</cp:lastModifiedBy>
  <cp:revision>16</cp:revision>
  <dcterms:created xsi:type="dcterms:W3CDTF">2022-09-26T03:55:10Z</dcterms:created>
  <dcterms:modified xsi:type="dcterms:W3CDTF">2022-09-26T18:16:28Z</dcterms:modified>
</cp:coreProperties>
</file>