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9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9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7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6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43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5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9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04345-15C5-4E52-B302-7FAEBA5600D9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3B57B-148B-498C-9CE2-512883645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3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Computer 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38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3562"/>
            <a:ext cx="10515600" cy="68782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Computer vision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8473"/>
            <a:ext cx="10515600" cy="4888490"/>
          </a:xfrm>
        </p:spPr>
        <p:txBody>
          <a:bodyPr/>
          <a:lstStyle/>
          <a:p>
            <a:r>
              <a:rPr lang="en-US" dirty="0" smtClean="0"/>
              <a:t>Computer vision is gives ability to machine to observe something.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3400" b="1" dirty="0" smtClean="0"/>
              <a:t>Different architecture for computer vision architecture ?</a:t>
            </a:r>
          </a:p>
          <a:p>
            <a:pPr marL="0" indent="0">
              <a:buNone/>
            </a:pPr>
            <a:r>
              <a:rPr lang="en-US" dirty="0" smtClean="0"/>
              <a:t>1)Image classification</a:t>
            </a:r>
          </a:p>
          <a:p>
            <a:pPr marL="0" indent="0">
              <a:buNone/>
            </a:pPr>
            <a:r>
              <a:rPr lang="en-US" dirty="0" smtClean="0"/>
              <a:t>2)Image segmentation</a:t>
            </a:r>
          </a:p>
          <a:p>
            <a:pPr marL="0" indent="0">
              <a:buNone/>
            </a:pPr>
            <a:r>
              <a:rPr lang="en-US" dirty="0" smtClean="0"/>
              <a:t>3)Object detection(single shot detection / YOLO)</a:t>
            </a:r>
          </a:p>
          <a:p>
            <a:pPr marL="0" indent="0">
              <a:buNone/>
            </a:pPr>
            <a:r>
              <a:rPr lang="en-US" dirty="0" smtClean="0"/>
              <a:t>4)GAN</a:t>
            </a:r>
          </a:p>
        </p:txBody>
      </p:sp>
    </p:spTree>
    <p:extLst>
      <p:ext uri="{BB962C8B-B14F-4D97-AF65-F5344CB8AC3E}">
        <p14:creationId xmlns:p14="http://schemas.microsoft.com/office/powerpoint/2010/main" val="27637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2510"/>
            <a:ext cx="10515600" cy="983672"/>
          </a:xfrm>
        </p:spPr>
        <p:txBody>
          <a:bodyPr/>
          <a:lstStyle/>
          <a:p>
            <a:r>
              <a:rPr lang="en-US" b="1" dirty="0"/>
              <a:t>S</a:t>
            </a:r>
            <a:r>
              <a:rPr lang="en-US" b="1" dirty="0" smtClean="0"/>
              <a:t>upervised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6182"/>
            <a:ext cx="10515600" cy="53062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 smtClean="0"/>
              <a:t>i</a:t>
            </a:r>
            <a:r>
              <a:rPr lang="en-US" b="1" dirty="0" smtClean="0"/>
              <a:t>)Image classification :</a:t>
            </a:r>
          </a:p>
          <a:p>
            <a:pPr marL="0" indent="0">
              <a:buNone/>
            </a:pPr>
            <a:r>
              <a:rPr lang="en-US" dirty="0" smtClean="0"/>
              <a:t>	CNN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Imagenet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(Winner of </a:t>
            </a:r>
            <a:r>
              <a:rPr lang="en-US" dirty="0" err="1" smtClean="0"/>
              <a:t>imagenet</a:t>
            </a:r>
            <a:r>
              <a:rPr lang="en-US" dirty="0" smtClean="0"/>
              <a:t> competition is </a:t>
            </a:r>
            <a:r>
              <a:rPr lang="en-US" dirty="0" err="1" smtClean="0"/>
              <a:t>transfered</a:t>
            </a:r>
            <a:r>
              <a:rPr lang="en-US" dirty="0" smtClean="0"/>
              <a:t> learning architecture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smtClean="0"/>
              <a:t>VGG16,VGG19,MobileNet….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ii)Image segmentation: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RCNN / Fast RCNN / Faster RCNN / UNET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iii)Object Detection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dirty="0" smtClean="0"/>
              <a:t>SSD(Single Shot Detection)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YOLO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Unsupervised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i</a:t>
            </a:r>
            <a:r>
              <a:rPr lang="en-US" b="1" dirty="0" smtClean="0"/>
              <a:t>)GAN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dirty="0" smtClean="0"/>
              <a:t>Deep Fake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076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81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Computer Vision</vt:lpstr>
      <vt:lpstr>Computer vision</vt:lpstr>
      <vt:lpstr>Supervised</vt:lpstr>
      <vt:lpstr>Unsupervised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</dc:title>
  <dc:creator>Ajith</dc:creator>
  <cp:lastModifiedBy>Ajith</cp:lastModifiedBy>
  <cp:revision>17</cp:revision>
  <dcterms:created xsi:type="dcterms:W3CDTF">2022-09-26T15:42:42Z</dcterms:created>
  <dcterms:modified xsi:type="dcterms:W3CDTF">2022-10-06T17:06:21Z</dcterms:modified>
</cp:coreProperties>
</file>